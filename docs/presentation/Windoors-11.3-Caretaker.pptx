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51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WINDOORS 11.3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Caretaker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satirical Windows maintenance survival game — built end-to-end with Grok AI.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 </a:t>
            </a:r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my-happy-place-game.grok.me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@thimothybsirius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·  JW-0042/my-happy-place-game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10972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&amp; why it exists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6420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6642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 loop &amp; System Health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39696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2311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23113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tools showcase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706624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79806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279806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from the live game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273552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3649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3649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9319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39319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promotion &amp; next steps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Windoors 11.3 Caretaker  ·  Built with Grok 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maintenance trauma — as a game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Parody 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Windoors 11.3 nods to Windows 3.11 and modern Win11 UI patterns.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Survival loop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83480" y="1920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 drains. Run tools or die on a classic BSOD.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AI-shipped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3337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browser game vibe-coded with Grok — playable product, not a mock.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69748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Viral hook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83480" y="3337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In-game credits + BSOD QR drive follows to @thimothybsirius.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280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Windoors 11.3 Caretaker  ·  Built with Grok 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play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9601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System Health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89120" y="868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 HUD. OPTIMAL → CRITICAL → 0%.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544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FIX NOW toasts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89120" y="1463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open tools from desktop icons / taskbar.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10312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1488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maintenance apps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89120" y="2057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phases to restore health.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69748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7432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the BIOS flash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9120" y="2651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drain tier — or roll a BSOD (32%).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29184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33756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246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Remote Support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89120" y="3246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drain; each call worsens future decay.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388620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9319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 after BSOD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89120" y="38404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+ link → creator X profile.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8280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Windoors 11.3 Caretaker  ·  Built with Grok AI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game — Desktop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Windoors Security ready · System Health OPTIMAL</a:t>
            </a:r>
            <a:endParaRPr lang="en-US" sz="1200" dirty="0"/>
          </a:p>
        </p:txBody>
      </p:sp>
      <p:pic>
        <p:nvPicPr>
          <p:cNvPr id="4" name="Image 0" descr="D:\AI\TBS_propagation_grok\repo\screenshots\windoors-desk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868680"/>
            <a:ext cx="832104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280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Windoors 11.3 Caretaker  ·  Built with Grok AI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— Defrag &amp; Update</a:t>
            </a:r>
            <a:endParaRPr lang="en-US" sz="2400" dirty="0"/>
          </a:p>
        </p:txBody>
      </p:sp>
      <p:pic>
        <p:nvPicPr>
          <p:cNvPr id="3" name="Image 0" descr="D:\AI\TBS_propagation_grok\repo\screenshots\windoors-defra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640080"/>
            <a:ext cx="4206240" cy="3566160"/>
          </a:xfrm>
          <a:prstGeom prst="rect">
            <a:avLst/>
          </a:prstGeom>
        </p:spPr>
      </p:pic>
      <p:pic>
        <p:nvPicPr>
          <p:cNvPr id="4" name="Image 1" descr="D:\AI\TBS_propagation_grok\repo\screenshots\update-catalo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7720" y="640080"/>
            <a:ext cx="4206240" cy="35661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4251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cluster map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617720" y="4251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KB catalog · Patch Tuesday energy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48280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Windoors 11.3 Caretaker  ·  Built with Grok AI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— Check Disk &amp; Remote Support</a:t>
            </a:r>
            <a:endParaRPr lang="en-US" sz="2200" dirty="0"/>
          </a:p>
        </p:txBody>
      </p:sp>
      <p:pic>
        <p:nvPicPr>
          <p:cNvPr id="3" name="Image 0" descr="D:\AI\TBS_propagation_grok\repo\screenshots\chkdsk-scandis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640080"/>
            <a:ext cx="4206240" cy="3566160"/>
          </a:xfrm>
          <a:prstGeom prst="rect">
            <a:avLst/>
          </a:prstGeom>
        </p:spPr>
      </p:pic>
      <p:pic>
        <p:nvPicPr>
          <p:cNvPr id="4" name="Image 1" descr="D:\AI\TBS_propagation_grok\repo\screenshots\remote-suppor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7720" y="640080"/>
            <a:ext cx="4206240" cy="35661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4251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3½ Floppy (A:) · ScanDisk nostalgia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617720" y="4251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drain · Grok + @thimothybsirius credit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48280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Windoors 11.3 Caretaker  ·  Built with Grok AI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over — BSOD credit screen</a:t>
            </a:r>
            <a:endParaRPr lang="en-US" sz="2400" dirty="0"/>
          </a:p>
        </p:txBody>
      </p:sp>
      <p:pic>
        <p:nvPicPr>
          <p:cNvPr id="3" name="Image 0" descr="D:\AI\TBS_propagation_grok\repo\screenshots\bsod-credi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63040" y="685800"/>
            <a:ext cx="6217920" cy="3520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+ link → x.com/thimothybsirius  ·  Stop code: CRITICAL_PROCESS_DIED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48280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Windoors 11.3 Caretaker  ·  Built with Grok AI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Mobile-ready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desktop: compact health bar, scrollable icons, full-screen windows on narrow viewports. Same survival loop on phone.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Touch-friendly FIX NOW toasts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Taskbar + tray health badge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BSOD credit on mobile too</a:t>
            </a:r>
            <a:endParaRPr lang="en-US" sz="1400" dirty="0"/>
          </a:p>
        </p:txBody>
      </p:sp>
      <p:pic>
        <p:nvPicPr>
          <p:cNvPr id="7" name="Image 0" descr="D:\AI\TBS_propagation_grok\repo\screenshots\windoors-mob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640080"/>
            <a:ext cx="402336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8280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Windoors 11.3 Caretaker  ·  Built with Grok AI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game state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105156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2044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Start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20440" y="1828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+ app shell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05156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8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1828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&amp; build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chrome styling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37560" y="26060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2044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20440" y="3383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config &amp; windows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26060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Grok / Vercel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3383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*.grok.me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Windoors 11.3 Caretaker  ·  Built with Grok 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10 maintenance apps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303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spoofs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Windoors Update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Tuesday / KB catalog install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Windoors 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Multi-phase threat 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 Drives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defrag cluster 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 Cleanup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 file purge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Disk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ScanDisk · A:/C:/D: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File Checker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Corrupt system files fantasy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Updater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/ Audio / Chipset / WLAN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 Optimizer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 bloat cleanup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BIOS (UEFI) Update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risk firmware · drain 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 drain · creator credit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280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Windoors 11.3 Caretaker  ·  Built with Grok AI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· Share · Follow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the updates. Blame the BIOS. Tag the creator.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7772400" cy="1554480"/>
          </a:xfrm>
          <a:prstGeom prst="roundRect">
            <a:avLst>
              <a:gd name="adj" fmla="val 5882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697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https://my-happy-place-game.grok.me/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https://x.com/thimothybsirius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github.com/JW-0042/my-happy-place-game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Grok AI  ·  Not affiliated with Microsoft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Windoors 11.3 Caretaker</dc:title>
  <dc:subject>Grok AI browser game — documentation deck</dc:subject>
  <dc:creator>thimothybsirius</dc:creator>
  <cp:lastModifiedBy>thimothybsirius</cp:lastModifiedBy>
  <cp:revision>1</cp:revision>
  <dcterms:created xsi:type="dcterms:W3CDTF">2026-08-03T14:41:06Z</dcterms:created>
  <dcterms:modified xsi:type="dcterms:W3CDTF">2026-08-03T14:41:06Z</dcterms:modified>
</cp:coreProperties>
</file>